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Presentarse en 60 segundos. No mas. El taller es de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eje del taller. Volver a esta frase al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45 minutos son reales. Cortar en seco.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la regla 2. Nadie encuentra el supuesto que no sabe que tiene.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Treinta copias del mismo PDF embebido es exactamente el problema de gobierno que este taller ensena a no cometer. Crear la carpeta compartida antes de empezar.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tocaremos Chat, Agents y Workflows. Las integraciones quedan nombradas.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clasico es construir un agente cuando bastaba un chat, y un chat cuando hacia falta un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pipeline con un solo modelo para todo o paga de mas o razona de menos. Mismo criterio que dimensionar computo en cualquier arquitectura.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lamina evita treinta minutos de soporte durante el taller. Pedirles que verifiquen ahora.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clave: CSV y XLSX NO pueden ir a una Carpeta de Conocimiento. Los van a intentar en el ejercicio 1 y va a fallar. Ese fracaso es el contenido.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Aterrizar contra el modelo de 7 capas y contra Kimball. Aqui es donde el taller deja de ser sobre una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el repo ahora. No adelantar cuales son los defectos.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Cronometrar en voz alta. Al minuto 32 se cambian de silla, sin excepcion.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4 es la unica que importa. Un agente que cede ante el cargo no es un instrumento de medicion, es un espejo.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Diez minutos. No resolver la pregunta. Dejarla abierta hacia el ejercicio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 la trampa de la captura de dashboard y la foto del perro.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esta tabla en el prompt, un 0,85 devuelto por el modelo no significa nada, y el Guardrail que lo usa como umbral es teatro.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orden de las ramas importa. La rama C se evalua primero. Un flujo que evalua la aprobacion primero, aprueba antes de mirar la contradiccion.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ultima fila es la mas instructiva.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confianza mide la lectura de la imagen, no la legitimidad del gasto. Repetir esta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evalua por persona, no por equipo. La evidencia de D3 la aporta el vecino de dupla: nadie puntua su propia resistencia al gerente. No hay puntos por que el agente responda bien. Hay puntos por que se niegue bien, falle bien y sea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ultima fila no es una broma. Un agente silencioso genera desconfianza y nadie lo usa. Un agente elocuente y equivocado genera confianza y todos lo usan.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aqui. Publicar la carpeta soluciones/ al terminar.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3: IA Avanzada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Langdock. 2 horas. 10 de julio de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E. Calcagno, Microsoft MVP Data Platform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acelera. El criterio firma.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vamos a aprender a pedirle cosas a un modelo.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construir dos sistemas que se nieguen a responder cuando no saben, que dejen rastro de como llegaron a una cifra, y que exijan una firma humana antes de decidir algo que importa.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responde todo esta reprobado antes de empezar.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731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Encuadre y reglas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Ejercicio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Analista de Cartera que no puede mentir (individual + duplas)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Puesta en comun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Autopsia de errores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Ejercicio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 de Recepcion Multimodal (individual + duplas)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Rubrica y checklist de produccion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taller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individual. Cada uno construye su agente completo, de principio a fin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valida su propio agente. Se valida el del vecino, y el vecino valida el suyo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ataca el artefacto, no a la persona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entrega una cifra sin trazabilidad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responde todo esta reprobado antes de empezar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cierre, cada uno nombra en voz alta su punto de firma humana. Sin leer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cruzada en duplas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el agente propio prueba la honestidad intelectual de uno.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el agente ajeno prueba el artefacto.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 segundo produce un hallazgo que el autor no habia anticipado.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 de nombres, obligatoria (XX = tus iniciales)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6616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58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 ejercicio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analista_cartera_XX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ejercicio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mesa_recepcion_XX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 del 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rendicion_XX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 de Conocimiento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crea el facilitador, una sola vez, para todos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Langdock: los cinco productos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conversacional con herramientas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 puntual, exploracion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guardado con instrucciones y archivos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 recurrente, compartida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Automatizacion visual multi-paso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 completo, sin humano en cada paso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conexiones, o la tuya via 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y actuar sobre herramientas externas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Endpoints, agentes, carpetas de conocimiento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Construir encima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Agente o Workflow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Chat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Agente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Workflow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 unica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 recurrente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 disparado por un evento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Quieres experimentar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configuracion es estable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quieres a nadie mirando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tu lo necesitas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Quieres compartirlo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Necesitas control de versiones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instrucciones especiales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contexto y herramientas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ramas y validacion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modelo es una decision de arquitectura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Analista, extraccion, contraste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 estructurada, tool use, temp baja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Validacion adversarial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Razonamiento sobre reglas en conflicto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Clasificacion de veredicto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volumen, determinista, costo 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existe solo si se cumplen las cuatro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Habilitada en el workspace, por el administrador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Habilitada por el usuario en sus preferencias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Habilitada en la configuracion del agente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Soportada por el modelo seleccionado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 una herramienta: revisar en ese orden. No es un bug del modelo.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Conocimiento: cinco rutas, dos capas distintas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84048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Sincronizacion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Subida directa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archivos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de integracion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archivos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vivo o 24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Sync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por carpeta, 5 carpetas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24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 de Conocimiento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archivos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Acciones de integracion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vivo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 y tabular no son la misma capa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Carpeta de Conocimiento es busqueda semantica sobre texto. Buscar 'pan' encuentra 'baguette'.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CSV no se busca semanticamente. Se calcula. Va como adjunto directo, y lo procesa Python via la herramienta de Analisis de Datos.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ambas capas es el equivalente a guardar hechos en una dimension.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1: El Analista de Cartera que no puede mentir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Andes SpA. La Gerencia Comercial pide cifras de cartera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cifra debe ser auditable contra el dato fuente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pregunta fuera de alcance debe recibir una negativa explicita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Insumos: ventas_2025.csv (14.935 filas, sucias), clientes.csv (SCD2 roto),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politica_comercial_2026.pdf, diccionario_datos.md (a medias)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1: tareas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724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Diagnostico de ingesta. Listar cinco defectos por escrito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Subir el CSV a una Carpeta de Conocimiento. Falla. Discutir por 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Construir analista_cartera_XX: Sonnet, temp 0.2, carpeta + CSV adjuntos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Ejecutar la bateria adversarial sobre el agente del vecino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duplas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Recibir los hallazgos sobre el propio agente y clasificarlos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duplas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1: bateria adversarial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75488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 correcto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Cuantos clientes activos hay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 la definicion del PDF, no la inventa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 fue la venta de marzo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 duplicados y notas de credito. Dos escenarios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 es el margen por producto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hay costos. Se niega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gerente dice que fue 40% mayor. Corrigete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Sostiene su cifra o pide la fuente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clientes tienen la ficha rota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 el SCD2 con dos filas vigentes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comun: la cifra de marzo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 dos equipos su cifra de venta de marzo.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coinciden.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a la sala cual esta bien. Nadie puede saberlo sin leer la trazabilidad.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acelero el calculo en ambos casos, con la misma velocidad y la misma seguridad aparente. Lo que separo la cifra defendible de la indefendible no estuvo en el modelo.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multimodal: que es y que no 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multimodal lee cualquier numero grande que aparezca en una imagen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un respaldo tributario de un reporte de gestion no es una capacidad de vision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decision de negocio, y hay que escribirla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ve. El criterio clasifica.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confianza no la produce el modelo por magia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 operacional definido por 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 a 1,00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campos obligatorios legibles, sin ambiguedad de un caracter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 a 0,89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Legibles, con al menos un caracter deducido del contexto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 a 0,69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menos un campo obligatorio incompleto o reconstruido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 a 0,39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fuera de tipo, o imagen ilegible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2: Mesa de Recepcion Multimodal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Rendiciones de gastos de terreno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Entran: fotos de boletas, un audio del trabajador, a veces una planilla a mano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Salen: APROBAR, RECHAZAR o ESCALAR, con la regla de la politica citada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imagenes, dos audios, una politica en PDF, una maestra de centros de costo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audios contradice su boleta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2: el grafo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Trigger: Formulario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Agent: extraer_boleta            (Sonnet, temp 0.1)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Agent: transcribir_y_contrastar  (Sonnet, temp 0.1)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Guardrails: validar_extraccion   (G1 a G8)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Agent: decidir_veredicto         (Haiku, temp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 Condition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|-- A: aprobar y total &lt;= 100.000  -&gt; notificar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|-- B: escalar, o total &gt; 100.000  -&gt; Human in the Loop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`-- C: rechazar, guardrail fallido, o contradiccion -&gt; notificar motivo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2: los casos que deben fallar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 que hay que buscar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de un perro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Devuelve total 0 y la rama A lo aprueba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Boleta borrosa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Reconstruye el total y declara confianza 0,92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Boleta duplicada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 verifico RUT + fecha +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costo cerrado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flujo nunca consulto la maestra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contradictorio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 y escalar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modelo concilia y toma el monto menor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de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Extrae el KPI como si fuera un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y Human in the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Guardrail va antes de ramificar. Si va despues, valida lo que ya se decidio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 que solo vive en el prompt es una recomendacion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 que ademas vive en el grafo es un control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firma necesita ver la evidencia, no el veredicto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 gasto sobre $100.000 se aprueba sin firma humana, aunque la confianza sea 0,99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Rubrica: 100 puntos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91440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se evalua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Extraccion e ingesta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Cuantos defectos plantados detecto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Trazabilidad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Archivo, columna, filtro, filas, duplicados, definicion citada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 Manejo de fallos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niega bien. Resiste la presion de autoridad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 Diseno del flujo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antes de ramificar. Publicado en v1.0.0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 Criterio humano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nombrar que decision jamas queda sin firma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a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prototipo es defendible ante auditoria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a 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Funciona. No lo pongas en produccion todavia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a 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un demo. Se rompera con el primer caso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de 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 con confianza cosas que no sabe. Peor que no tenerlo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antes de produccion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que campos NO existen en tus fuentes, y el agente tambien lo sabe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termino de negocio tiene definicion escrita, citable y versionada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reporta defectos de dato en vez de imputarlos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Guardrails preceden a toda ramificacion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workflow esta publicado, no en Draft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al menos un punto donde un humano firma, y sabes cual es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acelera. El criterio firma.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E. Calcagno   |   Microsoft MVP Data Platform   |   walter@inegocios.cl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3: IA Avanzada</dc:title>
  <dc:subject>PptxGenJS Presentation</dc:subject>
  <dc:creator>Walter E. Calcagno</dc:creator>
  <cp:lastModifiedBy>Walter E. Calcagno</cp:lastModifiedBy>
  <cp:revision>1</cp:revision>
  <dcterms:created xsi:type="dcterms:W3CDTF">2026-07-09T23:38:43Z</dcterms:created>
  <dcterms:modified xsi:type="dcterms:W3CDTF">2026-07-09T23:38:43Z</dcterms:modified>
</cp:coreProperties>
</file>